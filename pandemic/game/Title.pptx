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57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719B-EC79-44E7-818E-55D4960B2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553CE8-0817-4CF0-A930-C0FAB493D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B5C78E-E22B-4BAA-9D43-01402122D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74E6B-C981-49D8-8BF7-6665DA06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C8810-D87A-4BEC-B18A-FA790FAE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55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DD31-05C9-4AC7-8BAB-09AD30FA0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D3D9B-A256-4F6B-A243-8765620D7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BBC80-08EA-40F1-922F-137222741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B9065-7E7E-4F09-863D-03DAF16D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0D259-DAD4-44BD-9FDA-5C063096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91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EBA58-3E3D-4D67-8140-77B12315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4D40-2A30-4022-991B-912A9AB98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30757-7D3F-481A-BE6A-3C40395A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DF6AA-DDDD-4625-A64A-9D4E4D77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96F66-9C62-450C-873C-4FA67A6D5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0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E63B-8E5E-4477-A926-9A8E8BB5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1551-1CAD-468B-BC01-B77AF949F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30FBE-FFD6-4E18-9167-09771E7DC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175CF-5E0F-4D52-9F11-48A94D2B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651673-4827-4242-BF43-2AE237CD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3568C-94E1-4E97-83DA-ED4BA74F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5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77C9F-D9DC-4ABA-918B-37B8E841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2C581-591B-4027-8B04-B3E243E1A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0FFFA-CCA5-4119-B2B9-97A85D385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4F7E0-3FB8-4CB0-98C8-33B7966AB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CD789-FD63-4FDF-A4CC-8F5B17CF58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6C8DAD-19B4-4E0F-9968-2AED3C99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0DDC8A-138A-42D7-992F-4633CE2C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285F7F-68F0-4E8F-8E52-9346D4D2B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0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3002-1BFA-4A11-8C8D-AC67E1106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EA70A-836F-4375-A03F-95CBF83F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DC2892-C510-4E0D-AB2C-21C586B5F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978BD-2BD8-4731-9123-1132487B2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EF78E-E3EF-4A77-8738-9FE18CFF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C668C-8695-4440-AECC-0AEDD7A3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E052F-71FA-417B-9CBA-D9D9586B2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1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7BA2-EC08-49C4-91D7-74F62B788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E574A-381C-4A9E-BFA4-2B922F44D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FAA86-95EC-422D-ABA5-BF166784C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74130-8FCF-4424-A1A7-2171ABB06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7BCBA-9926-470A-A522-D4F828C8B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947AE-7FFF-44AE-AF78-B1D503CE1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84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013D-3D0C-42C8-AA40-1D96098EE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7DA4FC-3BD7-4F73-8E7E-37C11C3E94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0F319-7E3F-473D-B857-CE822C7DE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38048-925E-4DC9-9311-011CA40B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BE6E4-0A87-4836-8EB9-62D5565EA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6C136D-75A9-4F4D-B6B9-414F3B9D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60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97AA7-D077-4024-A85B-AC96C804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AE61E-156F-4565-90D7-1CDBBDB61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4E6A2-2774-46FB-B954-56E31740A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E9018-D75E-4343-8EB9-486D4719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282A8-F664-436F-992A-B306E786D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27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22A898-E94E-4334-BD47-D9CA77AE1A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071DD5-8780-4F30-AC3E-CB979B08B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73ED0-1B23-4CDA-AFE8-5E300B87A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E3605-0A19-43E5-89C0-1994E4C53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C48BB-5281-46FB-8F29-74DDB5AF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89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887977-2085-4567-A377-F6E7B2A04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597F4-B976-4947-9949-9FA1C7B9D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8FBDA-2E7F-4D68-AB55-E67B87685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62A8D-61E1-4A18-B38A-41873B4E8605}" type="datetimeFigureOut">
              <a:rPr lang="en-US" smtClean="0"/>
              <a:t>5/17/2020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C217D-8547-4085-8F86-8124B6D749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268D4-248E-4290-B2C7-27E3BB074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93A44-29DD-4DA7-B943-1B366522C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2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animal, sitting, colorful, table&#10;&#10;Description automatically generated">
            <a:extLst>
              <a:ext uri="{FF2B5EF4-FFF2-40B4-BE49-F238E27FC236}">
                <a16:creationId xmlns:a16="http://schemas.microsoft.com/office/drawing/2014/main" id="{FD248B19-A3A2-4D50-8481-DDA95FF3A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681" y="371235"/>
            <a:ext cx="10522637" cy="5947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2973A4-E4F1-4666-BCD1-FE67CAF68AA2}"/>
              </a:ext>
            </a:extLst>
          </p:cNvPr>
          <p:cNvSpPr/>
          <p:nvPr/>
        </p:nvSpPr>
        <p:spPr>
          <a:xfrm>
            <a:off x="3843023" y="1266343"/>
            <a:ext cx="4488985" cy="184665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Pandemic</a:t>
            </a:r>
          </a:p>
          <a:p>
            <a:pPr algn="ctr"/>
            <a:r>
              <a:rPr lang="en-US" sz="5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The First Wave</a:t>
            </a:r>
          </a:p>
        </p:txBody>
      </p:sp>
    </p:spTree>
    <p:extLst>
      <p:ext uri="{BB962C8B-B14F-4D97-AF65-F5344CB8AC3E}">
        <p14:creationId xmlns:p14="http://schemas.microsoft.com/office/powerpoint/2010/main" val="3630763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Arzi, Boaz (US)</dc:creator>
  <cp:lastModifiedBy>Arzi, Boaz (US)</cp:lastModifiedBy>
  <cp:revision>5</cp:revision>
  <dcterms:created xsi:type="dcterms:W3CDTF">2020-05-17T14:57:19Z</dcterms:created>
  <dcterms:modified xsi:type="dcterms:W3CDTF">2020-05-18T01:04:56Z</dcterms:modified>
</cp:coreProperties>
</file>